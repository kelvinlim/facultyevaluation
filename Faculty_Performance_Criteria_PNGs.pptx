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n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809" y="228600"/>
            <a:ext cx="6770076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613" y="228600"/>
            <a:ext cx="7466468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252" y="228600"/>
            <a:ext cx="7119191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munity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400" y="228600"/>
            <a:ext cx="10798895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partmental_Cul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0514" y="228600"/>
            <a:ext cx="7450666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
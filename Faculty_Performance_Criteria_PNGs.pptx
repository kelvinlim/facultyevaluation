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97" y="228600"/>
            <a:ext cx="66675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13" y="228600"/>
            <a:ext cx="7466468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252" y="228600"/>
            <a:ext cx="711919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munity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00" y="228600"/>
            <a:ext cx="10798895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partmental_Cul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514" y="228600"/>
            <a:ext cx="7450666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